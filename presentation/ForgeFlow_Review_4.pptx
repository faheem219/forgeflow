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" descr="Slide 1: Title slid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" descr="Slide 2: Roadmap for Review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3" descr="Slide 3: ForgeFlow - An AI-Native, Human-in-the-Loop Platform for the Automated Web SDL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4" descr="Slide 4: Adoption Keeps Rising - Trust Does Not Follo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5" descr="Slide 5: The Damage Has Moved Downstream - Into Delivery and Produc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6" descr="Slide 6: Pipeline Verified End-to-End - Now Hardening Delivery Itsel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7" descr="Slide 7: Generation Is Mature - Deployability and Human Control Are No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8" descr="Slide 8: Iteration Is Not Free - and Generated Tests Decay When Code Chang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9" descr="Slide 9: No Existing System Verifies, Deploys, Validates Live - and Stop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0" descr="Slide 10: Agents Now Ship Into CI/CD - and CI Is Where Their Work Is Judge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1" descr="Slide 11: Repair Fails on Context, Not the Model - and Its Gains Stop Ear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2" descr="Slide 12: Ambiguity Needs a Question, Not a Guess - and a Human in Char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3" descr="Slide 13: What Was Built Since Review 2 - Every Change Traced to a Defec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4" descr="Slide 14: Core Contribution, Upgraded - Repair Reaches the File Under T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5" descr="Slide 15: Delivering ForgeFlow Itself - CI Gates Live, CD In Progre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6" descr="Slide 16: Automated Verification - 2,148 Tests Passing, Every Static Gate Ru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7" descr="Slide 17: End-to-End Validation on Real Deployments - and What It Found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8" descr="Slide 18: Performance - Bounded by Construction, Measured Where Possibl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19" descr="Slide 19: Benchmarks - 97% HumanEval, 93% BFCL; Repair Adds up to 2.7 p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0" descr="Slide 20: Project Tracking - Plan vs. Actual at Week 7 of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1" descr="Slide 21: Three Contributors, One Reviewed Workflow, Six IP-Review Fix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2" descr="Slide 22: Verified End-to-End - Next: Measure It, Ship It Continuousl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3" descr="Slide 23: Referen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Slide 24" descr="Slide 24: Reference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ForgeFlow - B.Tech Project Review 4</dc:title>
  <dc:subject>Third Monthly Progress Report - Review 4 (CA-4)</dc:subject>
  <dc:creator>Group 04 - Raghav Sonchhatra, Sanidhya Awasthi, Faheemuddin Sayyed</dc:creator>
  <cp:keywords/>
  <dc:description/>
  <cp:lastModifiedBy>Sanidhya Awasthi</cp:lastModifiedBy>
  <cp:revision>1</cp:revision>
  <dcterms:created xsi:type="dcterms:W3CDTF">2013-01-27T09:14:16Z</dcterms:created>
  <dcterms:modified xsi:type="dcterms:W3CDTF">2013-01-27T09:15:58Z</dcterms:modified>
  <cp:category/>
</cp:coreProperties>
</file>