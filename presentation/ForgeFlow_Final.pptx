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3CBC9-44DF-ECDB-17BB-BC9A66560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08A36-A959-C39D-9862-38F5C2FF5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748C1-311A-3C2F-FF61-F0851646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0DB8-E844-E563-5244-CC5C11B69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37E35-C445-37D8-4390-19CD7676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1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5689-36AE-BEC8-79B5-3D105E18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45DA5-2864-3316-A972-F3895A6B0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5548E-CBB6-7CEB-DC6F-3D8B88B18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94BC9-3C22-0ACC-F5D0-1AE6575A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FFB90-564E-2D07-C1CD-5553800C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1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3C0D-731B-263F-9F57-86935E3A5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90031-E56C-437E-5964-728DC745A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BB0DB-A557-E5B2-405C-A5F2985E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723D8-D372-0D84-A2D5-3EEEE615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E636D-F0FF-3567-A68E-A74072CD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942B0-556F-08DB-AC87-902D1C52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5014-A934-CA0A-E156-E63B38572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1B5EA-1EED-F4A8-4DBF-5E8EC914A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7A922-1FD6-0A7D-775C-C55D4629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0421D-865A-20A8-DC0A-DA15E4D2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2AC07-B81D-B534-5979-5C4F942D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8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91670-3DA8-038D-EBC2-E94615E25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9E6C5-8292-BED2-D301-B4CA8FDAD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0C16E-70CF-EF86-C9CF-110B16D59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9052C-3617-4B91-7190-75164900A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13A882-1930-E1D8-9F58-ECB5C7AF4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A3D16-A731-B2E2-C2D6-6F18D5839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FECE7F-5D61-69E0-A21E-56ED3564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19D47-5176-81C2-B052-C19530D7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A6FE1-08CA-FE3C-5D96-DA0BC2A0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E5D59-FAA9-8F31-A9DE-41EF62F4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C9A12-D421-2E5C-F68F-972BFE65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1794-04A5-9B4C-6387-41AF0A16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1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8C02C6-840E-0DCB-3119-179F9847F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C75AAC-63E4-EF22-384C-64272E3A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9C85D-3AAD-CCA8-204B-64780031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85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CA6D-63D8-C092-0BAF-562B2D59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D3104-5EC5-B9AB-BBD3-AF216472F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42D57-5F12-F5FF-CDDF-1B2CA3101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CF773-AFCC-A30C-BE56-BF26A9ED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12A64-88C8-FF56-DCB0-82234BE29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BEF1D-21CC-50BB-34B0-8CF89E69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4F17-B457-059F-510F-07CD3522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12430-3DFC-FDB0-01ED-FEE2BDDF1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9236E-424D-227D-57A2-4762E45C0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87F24-603C-9864-FD9A-33329FF4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A4278-5C43-7178-DB16-9A10D2CA7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84212-9431-E824-6CFC-5F839668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1585-D7A8-0E10-DE54-D91F0B908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18450-B7CE-7C93-2104-1D7DF1CAB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62EC5-B675-BDFE-237C-EE4E86F7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C380-7B1B-E265-C520-BB504698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AF144-9C06-46CB-C135-C80B5477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5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D6C0EF-4125-7139-D265-C62C3D51F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9550C-BF20-F188-D0FB-73900EB0F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40054-110A-DC8B-1061-C5CE70EA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A5FCC-8AFC-A5F6-CA6D-D2AE2669B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9608C-45ED-2D7A-4A07-CA737E0D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456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7D41F3-3695-A63F-0D83-0ACD59F5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4565B-72EB-02AE-FDC8-40B9FC818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0BCCA-DEF6-F76F-BB42-A7DCAAF47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14459-7212-4B7D-85E0-4CB880D37ECC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650F9-1723-3D61-0CCD-5591678F1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826F8-64DC-AA7A-59F5-91C13FA1B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647E4-2352-4953-9CCF-D90E1F4E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0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44166" y="1602403"/>
            <a:ext cx="43396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rPr lang="en-US" sz="2000" dirty="0" err="1" smtClean="0"/>
              <a:t>Btech</a:t>
            </a:r>
            <a:r>
              <a:rPr lang="en-US" sz="2000" dirty="0" smtClean="0"/>
              <a:t> Project:</a:t>
            </a:r>
            <a:r>
              <a:rPr sz="2000" dirty="0" smtClean="0"/>
              <a:t> </a:t>
            </a:r>
            <a:r>
              <a:rPr lang="en-US" sz="2000" dirty="0" smtClean="0"/>
              <a:t>End </a:t>
            </a:r>
            <a:r>
              <a:rPr lang="en-US" sz="2000" dirty="0" err="1" smtClean="0"/>
              <a:t>Sem</a:t>
            </a:r>
            <a:r>
              <a:rPr lang="en-US" sz="2000" dirty="0" smtClean="0"/>
              <a:t> Exam</a:t>
            </a:r>
            <a:endParaRPr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337000"/>
            <a:ext cx="11277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sz="2800" dirty="0" b="1"/>
              <a:t>“ForgeFlow: An AI-Native End-to-End Software</a:t>
            </a:r>
            <a:br/>
            <a:r>
              <a:rPr sz="2800" dirty="0" b="1"/>
              <a:t>Development Lifecycle Automation Platform”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5897" y="5256460"/>
            <a:ext cx="335540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Guided By:</a:t>
            </a:r>
          </a:p>
          <a:p>
            <a:pPr algn="ctr"/>
            <a:r>
              <a:rPr dirty="0" smtClean="0"/>
              <a:t>Dr. Payal Kadam</a:t>
            </a:r>
          </a:p>
          <a:p>
            <a:pPr algn="ctr"/>
            <a:r>
              <a:rPr dirty="0"/>
              <a:t>Professor, Computer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1142" y="5533459"/>
            <a:ext cx="249741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Industry / Organization: N/A</a:t>
            </a:r>
          </a:p>
          <a:p>
            <a:pPr algn="ctr"/>
            <a:r>
              <a:rPr lang="en-US" dirty="0"/>
              <a:t>Industry Mentor: N/A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979510" y="3876318"/>
            <a:ext cx="246894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/>
              <a:t>Raghav Sonchhatra – PRN 23070122172</a:t>
            </a:r>
          </a:p>
          <a:p>
            <a:pPr algn="ctr"/>
            <a:r>
              <a:rPr sz="1400" dirty="0"/>
              <a:t>Sanidhya Awasthi – PRN 23070122192</a:t>
            </a:r>
          </a:p>
          <a:p>
            <a:pPr algn="ctr"/>
            <a:r>
              <a:rPr sz="1400" dirty="0"/>
              <a:t>Faheemuddin Sayyed – PRN 23070122196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2754" y="3442396"/>
            <a:ext cx="3562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dirty="0"/>
              <a:t>Group Number: Group –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6498491"/>
            <a:ext cx="64139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400" dirty="0"/>
              <a:t>Department of Computer Engineering | Academic Year </a:t>
            </a:r>
            <a:r>
              <a:rPr sz="1400" dirty="0" smtClean="0"/>
              <a:t>202</a:t>
            </a:r>
            <a:r>
              <a:rPr lang="en-US" sz="1400" dirty="0" smtClean="0"/>
              <a:t>6</a:t>
            </a:r>
            <a:r>
              <a:rPr sz="1400" dirty="0" smtClean="0"/>
              <a:t>–2</a:t>
            </a:r>
            <a:r>
              <a:rPr lang="en-US" sz="1400" dirty="0" smtClean="0"/>
              <a:t>7</a:t>
            </a:r>
            <a:endParaRPr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2846C6-FF62-0B80-1678-62EAA0AB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732" y="129622"/>
            <a:ext cx="7208535" cy="11826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" descr="Slide 2: Roadmap for Review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" descr="Slide 3: ForgeFlow - An AI-Native, Human-in-the-Loop Platform for the Automated Web SDL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" descr="Slide 4: Adoption Keeps Rising - Trust Does Not Fol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5" descr="Slide 5: The Damage Has Moved Downstream - Into Delivery and Produc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6" descr="Slide 6: Pipeline Verified End-to-End - Now Hardening Delivery Itsel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7" descr="Slide 7: Generation Is Mature - Deployability and Human Control Are N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8" descr="Slide 8: Iteration Is Not Free - and Generated Tests Decay When Code Chan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9" descr="Slide 9: No Existing System Verifies, Deploys, Validates Live - and Sto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0" descr="Slide 10: Agents Now Ship Into CI/CD - and CI Is Where Their Work Is Judg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1" descr="Slide 11: Repair Fails on Context, Not the Model - and Its Gains Stop Earl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2" descr="Slide 12: Ambiguity Needs a Question, Not a Guess - and a Human in Char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3" descr="Slide 13: What Was Built Since Review 2 - Every Change Traced to a Defe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4" descr="Slide 14: Core Contribution, Upgraded - Repair Reaches the File Under T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5" descr="Slide 15: Delivering ForgeFlow Itself - CI Gates Live, CD In Progr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6" descr="Slide 16: Automated Verification - 2,148 Tests Passing, Every Static Gate Ru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7" descr="Slide 17: End-to-End Validation on Real Deployments - and What It F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8" descr="Slide 18: Performance - Bounded by Construction, Measured Where Possi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9" descr="Slide 19: Benchmarks - 97% HumanEval, 93% BFCL; Repair Adds up to 2.7 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0" descr="Slide 20: Project Tracking - Plan vs. Actual at Week 7 of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1" descr="Slide 21: Three Contributors, One Reviewed Workflow, Six IP-Review Fix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2" descr="Slide 22: Verified End-to-End - Next: Measure It, Ship It Continuousl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3" descr="Slide 23: Referen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4" descr="Slide 24: Referen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70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ForgeFlow - B.Tech Project End Sem Exam</dc:title>
  <dc:creator>Group 04 - Raghav Sonchhatra, Sanidhya Awasthi, Faheemuddin Sayyed</dc:creator>
  <cp:lastModifiedBy>Sanidhya Awasthi</cp:lastModifiedBy>
  <cp:revision>9</cp:revision>
  <dcterms:created xsi:type="dcterms:W3CDTF">2026-01-16T09:37:22Z</dcterms:created>
  <dcterms:modified xsi:type="dcterms:W3CDTF">2026-10-23T10:11:26Z</dcterms:modified>
  <dc:subject>Btech Project: End Sem Exam</dc:subject>
  <cp:keywords/>
  <dc:description/>
  <cp:category/>
</cp:coreProperties>
</file>